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8" r:id="rId3"/>
    <p:sldId id="297" r:id="rId4"/>
    <p:sldId id="298" r:id="rId5"/>
    <p:sldId id="300" r:id="rId6"/>
    <p:sldId id="299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민재" initials="박" lastIdx="1" clrIdx="0">
    <p:extLst>
      <p:ext uri="{19B8F6BF-5375-455C-9EA6-DF929625EA0E}">
        <p15:presenceInfo xmlns:p15="http://schemas.microsoft.com/office/powerpoint/2012/main" userId="S::alswo6700@ynu.ac.kr::248f2f86-efba-46de-861e-198151dfee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58" d="100"/>
          <a:sy n="58" d="100"/>
        </p:scale>
        <p:origin x="138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2318-F619-4488-8B6E-2F5F2426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BEE6BB-9A5F-4E9F-9F1C-6D46BE01A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9A51D-A948-4CB8-A9EB-5A26520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74BBD-0B82-4658-B13D-088F0E4D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AAA67-696A-4836-A10B-FF164C3A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41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6958D-28E5-4CC8-8C48-52A02A1B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E03031-827B-4AC7-B564-384C1617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19838-69C9-49EB-9B51-549106E9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6852C-90C9-4502-A697-363CF824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7509D0-CCBD-406A-9D4E-6845657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01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F73EF-188B-4B17-B08F-D30E80C3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DD2CA-F9BF-47A8-9D27-757556FD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8A1FB-ABBF-480D-AC6C-9BB1AEF9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84247E-1D11-4A19-BDDF-E157A205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EC815-B6FC-4BDE-910C-F8015ED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6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AEB91-29AA-4ACC-BDCF-960470FC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B0E51-7DC0-45B6-8306-D8167F5CB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CB78CC-8798-4261-B4B1-60B4C5437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94384-5734-4FC8-928A-E1641354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2301C0-6908-48C0-8957-C8B3F459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7DD8FE-7741-412F-947D-7A7079F4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80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6DFD1-B640-4CC6-A759-6C7981C5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B2A237-7572-46BD-9502-829F6C0AD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AE9732-B570-4506-BDA6-0AB39D45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89407D-7DA6-4293-A426-38DF9B211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39549F-370A-4671-B1BB-79655CC6C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6D9E62-97AA-41F8-B69B-6CD691CF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1D3FC0-561B-4DE4-AA99-9DB56EC6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0040F2-99C5-450C-9966-5D00290E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976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337C1-8281-4F6E-9A31-EBE388C3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EA4B32-9135-4223-8DE6-887D274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07FC83-8D70-48DB-8681-08CFD9C0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FC15EC-BCCB-4B82-A94C-FABC63DF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20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9F9692-5462-4439-80C8-B7E337FC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CA042D-EBC0-437C-A819-521611A5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15CDA-0D1F-49BD-8381-21C3BEFD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01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10D4-8D29-48C2-ADF0-92316E2C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A3CD3-DE79-4260-873A-FEDE5C678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9C6BD2-52A1-4155-9D55-1D847772E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2A3511-0B13-4D97-937C-07365FBA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C805B4-20AF-4A3C-B131-E1D9FFBB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705FC-2895-472A-B6FD-C243462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625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0D820-915B-4802-8C2E-FF7CA967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CF9849-20D0-417A-99C8-099DF3993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4A7754-54E7-4123-8C5E-1B05B517B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FFF3F1-9632-4E06-BAB7-31234341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23D6B1-934F-4B4D-9E4F-5AE9E873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57FDD5-2092-4E16-8E7C-1CCA4719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24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3AEE1-28CA-46D2-81F5-CD34E4F9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38FEC2-4BF0-4A45-9297-EE9B2E45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DBAD0-D342-4544-94B8-122B3BDB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0FE0D-ACBA-4806-9F35-4EB786E8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3119A-4AE1-408F-B8AD-4428B006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75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B3D2AB-E650-41C2-B6FB-5398A5C19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2D6516-8F93-4221-97F7-E01D89EE5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86CB26-A349-496A-B48B-A7B89117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726FD-A739-41D5-96BA-46703639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AE18D-FED5-4070-8B76-811D76CC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14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C8B562-0886-4274-876D-59EFAAAE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799B9E-1CD2-4A09-9ACC-2FA1C62D7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0C5B4-9399-4A5E-8DEE-54436B1EC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2B9FF-C0C5-4E9E-A76A-AF0745E2D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92FE0-2D01-4365-9F95-1FF838BCE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61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vmware.com/kr/products/workstation-player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mirror.kakao.com/ubuntu-releases/xenia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spberrypi.org/software/operating-systems/#raspberry-pi-os-32-bit" TargetMode="External"/><Relationship Id="rId2" Type="http://schemas.openxmlformats.org/officeDocument/2006/relationships/hyperlink" Target="https://www.sdcard.org/downloads/formatter/sd-memory-card-formatter-for-windows-download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balena.io/etche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angjinj.tistory.com/1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OTIS-GIT/turtlebot3_msgs.git" TargetMode="External"/><Relationship Id="rId2" Type="http://schemas.openxmlformats.org/officeDocument/2006/relationships/hyperlink" Target="https://github.com/ROBOTIS-GIT/hls_lfcd_lds_driver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OBOTIS-GIT/turtlebot3.git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48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/>
        </p:nvSpPr>
        <p:spPr>
          <a:xfrm>
            <a:off x="0" y="5261093"/>
            <a:ext cx="12192000" cy="1596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/>
        </p:nvGrpSpPr>
        <p:grpSpPr>
          <a:xfrm>
            <a:off x="8998187" y="3664186"/>
            <a:ext cx="3193813" cy="3193813"/>
            <a:chOff x="9919316" y="4585315"/>
            <a:chExt cx="2272684" cy="2272684"/>
          </a:xfrm>
        </p:grpSpPr>
        <p:sp>
          <p:nvSpPr>
            <p:cNvPr id="9" name="직각 삼각형 8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0" name="직각 삼각형 9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1" name="직각 삼각형 10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D13D45-EA3E-4991-8645-2695CA44D676}"/>
              </a:ext>
            </a:extLst>
          </p:cNvPr>
          <p:cNvSpPr/>
          <p:nvPr/>
        </p:nvSpPr>
        <p:spPr>
          <a:xfrm>
            <a:off x="894235" y="2083051"/>
            <a:ext cx="7564179" cy="1718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4800" b="1" i="1" kern="0" dirty="0" err="1">
                <a:solidFill>
                  <a:prstClr val="white"/>
                </a:solidFill>
              </a:rPr>
              <a:t>Turtlebot</a:t>
            </a:r>
            <a:r>
              <a:rPr lang="en-US" altLang="ko-KR" sz="4800" b="1" i="1" kern="0" dirty="0">
                <a:solidFill>
                  <a:prstClr val="white"/>
                </a:solidFill>
              </a:rPr>
              <a:t> &amp; VMware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200" kern="0" dirty="0">
                <a:solidFill>
                  <a:prstClr val="white"/>
                </a:solidFill>
              </a:rPr>
              <a:t>                 </a:t>
            </a:r>
            <a:endParaRPr lang="en-US" altLang="ko-KR" sz="1200" kern="0" dirty="0">
              <a:solidFill>
                <a:prstClr val="white"/>
              </a:solidFill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200" kern="0" dirty="0">
                <a:solidFill>
                  <a:prstClr val="white"/>
                </a:solidFill>
              </a:rPr>
              <a:t>                                                                                                                               </a:t>
            </a:r>
            <a:r>
              <a:rPr lang="ko-KR" altLang="en-US" sz="1200" kern="0" dirty="0">
                <a:solidFill>
                  <a:prstClr val="white"/>
                </a:solidFill>
              </a:rPr>
              <a:t>박민재</a:t>
            </a:r>
            <a:endParaRPr lang="en-US" altLang="ko-KR" sz="1200" kern="0" dirty="0">
              <a:solidFill>
                <a:prstClr val="white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8BE145D-413F-4184-AC81-C778FF80F3BF}"/>
              </a:ext>
            </a:extLst>
          </p:cNvPr>
          <p:cNvCxnSpPr>
            <a:cxnSpLocks/>
          </p:cNvCxnSpPr>
          <p:nvPr/>
        </p:nvCxnSpPr>
        <p:spPr>
          <a:xfrm flipH="1">
            <a:off x="1076325" y="3229847"/>
            <a:ext cx="720000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939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Vmware</a:t>
            </a:r>
            <a:r>
              <a:rPr lang="en-US" altLang="ko-KR" sz="3200" b="1" i="1" kern="0" dirty="0">
                <a:solidFill>
                  <a:prstClr val="white"/>
                </a:solidFill>
              </a:rPr>
              <a:t> Setting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03DD8-F9D1-4DEE-ABAF-31040AFFC864}"/>
              </a:ext>
            </a:extLst>
          </p:cNvPr>
          <p:cNvSpPr txBox="1"/>
          <p:nvPr/>
        </p:nvSpPr>
        <p:spPr>
          <a:xfrm>
            <a:off x="345056" y="1253651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000" b="1" dirty="0" err="1"/>
              <a:t>Vmware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20804-A891-48B8-A550-C51D7F05CE2D}"/>
              </a:ext>
            </a:extLst>
          </p:cNvPr>
          <p:cNvSpPr txBox="1"/>
          <p:nvPr/>
        </p:nvSpPr>
        <p:spPr>
          <a:xfrm>
            <a:off x="545432" y="1790700"/>
            <a:ext cx="11309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https://www.vmware.com/kr/products/workstation-player.html</a:t>
            </a:r>
            <a:r>
              <a:rPr lang="en-US" altLang="ko-KR" dirty="0"/>
              <a:t> </a:t>
            </a:r>
            <a:r>
              <a:rPr lang="ko-KR" altLang="en-US" dirty="0"/>
              <a:t>사이트 접속 후 </a:t>
            </a:r>
            <a:r>
              <a:rPr lang="en-US" altLang="ko-KR" dirty="0"/>
              <a:t>“Windows” </a:t>
            </a:r>
            <a:r>
              <a:rPr lang="ko-KR" altLang="en-US" dirty="0"/>
              <a:t>전용 설치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세부 설치 방법 </a:t>
            </a:r>
            <a:r>
              <a:rPr lang="en-US" altLang="ko-KR" dirty="0"/>
              <a:t>: https://www.098.co.kr/vmware-workstation-16-player-%EC%84%A4%EC%B9%98/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0B980E-BD31-4F48-A88B-22E1A595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32" y="2893880"/>
            <a:ext cx="8590549" cy="349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9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Vmware</a:t>
            </a:r>
            <a:r>
              <a:rPr lang="en-US" altLang="ko-KR" sz="3200" b="1" i="1" kern="0" dirty="0">
                <a:solidFill>
                  <a:prstClr val="white"/>
                </a:solidFill>
              </a:rPr>
              <a:t> Setting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03DD8-F9D1-4DEE-ABAF-31040AFFC864}"/>
              </a:ext>
            </a:extLst>
          </p:cNvPr>
          <p:cNvSpPr txBox="1"/>
          <p:nvPr/>
        </p:nvSpPr>
        <p:spPr>
          <a:xfrm>
            <a:off x="345056" y="1253651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2. Ubuntu 16.04 iso </a:t>
            </a:r>
            <a:r>
              <a:rPr lang="ko-KR" altLang="en-US" sz="2000" b="1" dirty="0"/>
              <a:t>다운로드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20804-A891-48B8-A550-C51D7F05CE2D}"/>
              </a:ext>
            </a:extLst>
          </p:cNvPr>
          <p:cNvSpPr txBox="1"/>
          <p:nvPr/>
        </p:nvSpPr>
        <p:spPr>
          <a:xfrm>
            <a:off x="545432" y="1790700"/>
            <a:ext cx="1130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http://mirror.kakao.com/ubuntu-releases/xenial/</a:t>
            </a:r>
            <a:r>
              <a:rPr lang="en-US" altLang="ko-KR" dirty="0"/>
              <a:t> </a:t>
            </a:r>
            <a:r>
              <a:rPr lang="ko-KR" altLang="en-US" dirty="0"/>
              <a:t>접속 후 </a:t>
            </a:r>
            <a:r>
              <a:rPr lang="en-US" altLang="ko-KR" dirty="0"/>
              <a:t>Desktop image </a:t>
            </a:r>
            <a:r>
              <a:rPr lang="ko-KR" altLang="en-US" dirty="0"/>
              <a:t>다운로드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A351AE2-9DAC-4C31-AA41-02C291B0C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32" y="2309003"/>
            <a:ext cx="5741284" cy="412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4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Vmware</a:t>
            </a:r>
            <a:r>
              <a:rPr lang="en-US" altLang="ko-KR" sz="3200" b="1" i="1" kern="0" dirty="0">
                <a:solidFill>
                  <a:prstClr val="white"/>
                </a:solidFill>
              </a:rPr>
              <a:t> Setting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03DD8-F9D1-4DEE-ABAF-31040AFFC864}"/>
              </a:ext>
            </a:extLst>
          </p:cNvPr>
          <p:cNvSpPr txBox="1"/>
          <p:nvPr/>
        </p:nvSpPr>
        <p:spPr>
          <a:xfrm>
            <a:off x="345056" y="1253651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</a:t>
            </a:r>
            <a:r>
              <a:rPr lang="en-US" altLang="ko-KR" sz="2000" b="1" dirty="0" err="1"/>
              <a:t>Vmware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실행 후 </a:t>
            </a:r>
            <a:r>
              <a:rPr lang="en-US" altLang="ko-KR" sz="2000" b="1" dirty="0"/>
              <a:t>Ubuntu 16.04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20804-A891-48B8-A550-C51D7F05CE2D}"/>
              </a:ext>
            </a:extLst>
          </p:cNvPr>
          <p:cNvSpPr txBox="1"/>
          <p:nvPr/>
        </p:nvSpPr>
        <p:spPr>
          <a:xfrm>
            <a:off x="545432" y="1790700"/>
            <a:ext cx="1130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세부 설치 방법 </a:t>
            </a:r>
            <a:r>
              <a:rPr lang="en-US" altLang="ko-KR" dirty="0"/>
              <a:t>: https://magiclee.tistory.com/2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84E00-CFC8-4023-AD31-EF1DD96BCB8D}"/>
              </a:ext>
            </a:extLst>
          </p:cNvPr>
          <p:cNvSpPr txBox="1"/>
          <p:nvPr/>
        </p:nvSpPr>
        <p:spPr>
          <a:xfrm>
            <a:off x="345056" y="2438403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 </a:t>
            </a:r>
            <a:r>
              <a:rPr lang="ko-KR" altLang="en-US" sz="2000" b="1" dirty="0"/>
              <a:t>설치 후 인터넷 연결 관련 문제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0F080-6B9C-4B59-9D11-82F7AD39A9FE}"/>
              </a:ext>
            </a:extLst>
          </p:cNvPr>
          <p:cNvSpPr txBox="1"/>
          <p:nvPr/>
        </p:nvSpPr>
        <p:spPr>
          <a:xfrm>
            <a:off x="609600" y="3113393"/>
            <a:ext cx="113096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세부 설정 방법 </a:t>
            </a:r>
            <a:r>
              <a:rPr lang="en-US" altLang="ko-KR" dirty="0"/>
              <a:t>: https://heun-log.tistory.com/6</a:t>
            </a:r>
          </a:p>
          <a:p>
            <a:endParaRPr lang="en-US" altLang="ko-KR" dirty="0"/>
          </a:p>
          <a:p>
            <a:r>
              <a:rPr lang="ko-KR" altLang="en-US" dirty="0"/>
              <a:t>노트북</a:t>
            </a:r>
            <a:r>
              <a:rPr lang="en-US" altLang="ko-KR" dirty="0"/>
              <a:t> </a:t>
            </a:r>
            <a:r>
              <a:rPr lang="ko-KR" altLang="en-US" dirty="0"/>
              <a:t>및 데스크탑</a:t>
            </a:r>
            <a:r>
              <a:rPr lang="en-US" altLang="ko-KR" dirty="0"/>
              <a:t>(</a:t>
            </a:r>
            <a:r>
              <a:rPr lang="ko-KR" altLang="en-US" dirty="0"/>
              <a:t>무선랜</a:t>
            </a:r>
            <a:r>
              <a:rPr lang="en-US" altLang="ko-KR" dirty="0"/>
              <a:t>, </a:t>
            </a:r>
            <a:r>
              <a:rPr lang="ko-KR" altLang="en-US" dirty="0" err="1"/>
              <a:t>유선랜</a:t>
            </a:r>
            <a:r>
              <a:rPr lang="ko-KR" altLang="en-US" dirty="0"/>
              <a:t> 모두 해당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블로그에 나온 대로 공유 설정함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유선랜</a:t>
            </a:r>
            <a:r>
              <a:rPr lang="ko-KR" altLang="en-US" dirty="0"/>
              <a:t> 사용시 </a:t>
            </a:r>
            <a:r>
              <a:rPr lang="en-US" altLang="ko-KR" dirty="0"/>
              <a:t>: </a:t>
            </a:r>
            <a:r>
              <a:rPr lang="ko-KR" altLang="en-US" dirty="0"/>
              <a:t>네트워크 중 </a:t>
            </a:r>
            <a:r>
              <a:rPr lang="ko-KR" altLang="en-US" dirty="0" err="1"/>
              <a:t>유선랜</a:t>
            </a:r>
            <a:r>
              <a:rPr lang="ko-KR" altLang="en-US" dirty="0"/>
              <a:t> 속성에서 공유설정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무선랜 사용시 </a:t>
            </a:r>
            <a:r>
              <a:rPr lang="en-US" altLang="ko-KR" dirty="0"/>
              <a:t>: </a:t>
            </a:r>
            <a:r>
              <a:rPr lang="ko-KR" altLang="en-US" dirty="0"/>
              <a:t>네트워크 중 무선랜 속성에서 공유설정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178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03DD8-F9D1-4DEE-ABAF-31040AFFC864}"/>
              </a:ext>
            </a:extLst>
          </p:cNvPr>
          <p:cNvSpPr txBox="1"/>
          <p:nvPr/>
        </p:nvSpPr>
        <p:spPr>
          <a:xfrm>
            <a:off x="345056" y="1253651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1. SD</a:t>
            </a:r>
            <a:r>
              <a:rPr lang="ko-KR" altLang="en-US" sz="2000" b="1" dirty="0"/>
              <a:t>카드 준비 및 포맷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20804-A891-48B8-A550-C51D7F05CE2D}"/>
              </a:ext>
            </a:extLst>
          </p:cNvPr>
          <p:cNvSpPr txBox="1"/>
          <p:nvPr/>
        </p:nvSpPr>
        <p:spPr>
          <a:xfrm>
            <a:off x="545432" y="1790700"/>
            <a:ext cx="11309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https://www.sdcard.org/downloads/formatter/sd-memory-card-formatter-for-windows-download/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접속 후 </a:t>
            </a:r>
            <a:r>
              <a:rPr lang="en-US" altLang="ko-KR" dirty="0"/>
              <a:t>SD card formatter </a:t>
            </a:r>
            <a:r>
              <a:rPr lang="ko-KR" altLang="en-US" dirty="0"/>
              <a:t>다운로드 </a:t>
            </a:r>
            <a:r>
              <a:rPr lang="en-US" altLang="ko-KR" dirty="0"/>
              <a:t>-&gt; </a:t>
            </a:r>
            <a:r>
              <a:rPr lang="ko-KR" altLang="en-US" dirty="0"/>
              <a:t>실행 후 해당 </a:t>
            </a:r>
            <a:r>
              <a:rPr lang="en-US" altLang="ko-KR" dirty="0" err="1"/>
              <a:t>sd</a:t>
            </a:r>
            <a:r>
              <a:rPr lang="en-US" altLang="ko-KR" dirty="0"/>
              <a:t> </a:t>
            </a:r>
            <a:r>
              <a:rPr lang="ko-KR" altLang="en-US" dirty="0"/>
              <a:t>카드 선택 및 </a:t>
            </a:r>
            <a:r>
              <a:rPr lang="en-US" altLang="ko-KR" dirty="0"/>
              <a:t>“Quick Format”</a:t>
            </a:r>
            <a:r>
              <a:rPr lang="ko-KR" altLang="en-US" dirty="0"/>
              <a:t>으로 포맷 실행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84E00-CFC8-4023-AD31-EF1DD96BCB8D}"/>
              </a:ext>
            </a:extLst>
          </p:cNvPr>
          <p:cNvSpPr txBox="1"/>
          <p:nvPr/>
        </p:nvSpPr>
        <p:spPr>
          <a:xfrm>
            <a:off x="345056" y="322894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2. </a:t>
            </a:r>
            <a:r>
              <a:rPr lang="ko-KR" altLang="en-US" sz="2000" b="1" dirty="0" err="1"/>
              <a:t>라즈베리파이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OS – </a:t>
            </a:r>
            <a:r>
              <a:rPr lang="ko-KR" altLang="en-US" sz="2000" b="1" dirty="0" err="1"/>
              <a:t>라즈비안</a:t>
            </a:r>
            <a:r>
              <a:rPr lang="ko-KR" altLang="en-US" sz="2000" b="1" dirty="0"/>
              <a:t> 다운로드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0F080-6B9C-4B59-9D11-82F7AD39A9FE}"/>
              </a:ext>
            </a:extLst>
          </p:cNvPr>
          <p:cNvSpPr txBox="1"/>
          <p:nvPr/>
        </p:nvSpPr>
        <p:spPr>
          <a:xfrm>
            <a:off x="641685" y="3716150"/>
            <a:ext cx="11309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3"/>
              </a:rPr>
              <a:t>https://www.raspberrypi.org/software/operating-systems/#raspberry-pi-os-32-bit</a:t>
            </a:r>
            <a:r>
              <a:rPr lang="en-US" altLang="ko-KR" dirty="0"/>
              <a:t> </a:t>
            </a:r>
            <a:r>
              <a:rPr lang="ko-KR" altLang="en-US" dirty="0" err="1"/>
              <a:t>접속후</a:t>
            </a:r>
            <a:r>
              <a:rPr lang="ko-KR" altLang="en-US" dirty="0"/>
              <a:t> </a:t>
            </a:r>
            <a:r>
              <a:rPr lang="en-US" altLang="ko-KR" dirty="0"/>
              <a:t>with Desktop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                                                 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18D6EE1-D121-4B33-96B7-CCDD9E473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5" y="4131341"/>
            <a:ext cx="4386012" cy="26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6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0F080-6B9C-4B59-9D11-82F7AD39A9FE}"/>
              </a:ext>
            </a:extLst>
          </p:cNvPr>
          <p:cNvSpPr txBox="1"/>
          <p:nvPr/>
        </p:nvSpPr>
        <p:spPr>
          <a:xfrm>
            <a:off x="513197" y="1802203"/>
            <a:ext cx="11309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https://www.balena.io/etcher/</a:t>
            </a:r>
            <a:r>
              <a:rPr lang="en-US" altLang="ko-KR" dirty="0"/>
              <a:t> </a:t>
            </a:r>
            <a:r>
              <a:rPr lang="ko-KR" altLang="en-US" dirty="0"/>
              <a:t>접속 후 다운로드 및 설치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이전에 다운로드 한 </a:t>
            </a:r>
            <a:r>
              <a:rPr lang="ko-KR" altLang="en-US" dirty="0" err="1"/>
              <a:t>라즈비안</a:t>
            </a:r>
            <a:r>
              <a:rPr lang="ko-KR" altLang="en-US" dirty="0"/>
              <a:t> 파일 선택</a:t>
            </a:r>
            <a:r>
              <a:rPr lang="en-US" altLang="ko-KR" dirty="0"/>
              <a:t>, SD</a:t>
            </a:r>
            <a:r>
              <a:rPr lang="ko-KR" altLang="en-US" dirty="0"/>
              <a:t>카드 선택 후</a:t>
            </a:r>
            <a:r>
              <a:rPr lang="en-US" altLang="ko-KR" dirty="0"/>
              <a:t> Flash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E17EB6-30C8-4481-BBAE-4B439EA42EF4}"/>
              </a:ext>
            </a:extLst>
          </p:cNvPr>
          <p:cNvSpPr txBox="1"/>
          <p:nvPr/>
        </p:nvSpPr>
        <p:spPr>
          <a:xfrm>
            <a:off x="275182" y="1372012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 SD</a:t>
            </a:r>
            <a:r>
              <a:rPr lang="ko-KR" altLang="en-US" sz="2000" b="1" dirty="0"/>
              <a:t>카드에 이미지 쓰기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2DADB04-B639-48A7-99B9-5F05E786B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16" y="2755614"/>
            <a:ext cx="6211804" cy="393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7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0F080-6B9C-4B59-9D11-82F7AD39A9FE}"/>
              </a:ext>
            </a:extLst>
          </p:cNvPr>
          <p:cNvSpPr txBox="1"/>
          <p:nvPr/>
        </p:nvSpPr>
        <p:spPr>
          <a:xfrm>
            <a:off x="513197" y="1802203"/>
            <a:ext cx="1130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전원공급 후 설정 완료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E17EB6-30C8-4481-BBAE-4B439EA42EF4}"/>
              </a:ext>
            </a:extLst>
          </p:cNvPr>
          <p:cNvSpPr txBox="1"/>
          <p:nvPr/>
        </p:nvSpPr>
        <p:spPr>
          <a:xfrm>
            <a:off x="275182" y="1372012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 SD</a:t>
            </a:r>
            <a:r>
              <a:rPr lang="ko-KR" altLang="en-US" sz="2000" b="1" dirty="0"/>
              <a:t>카드 </a:t>
            </a:r>
            <a:r>
              <a:rPr lang="ko-KR" altLang="en-US" sz="2000" b="1" dirty="0" err="1"/>
              <a:t>터틀봇에</a:t>
            </a:r>
            <a:r>
              <a:rPr lang="ko-KR" altLang="en-US" sz="2000" b="1" dirty="0"/>
              <a:t> 삽입 후 전원 공급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2267369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513197" y="2667479"/>
            <a:ext cx="113096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dirty="0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 update</a:t>
            </a:r>
          </a:p>
          <a:p>
            <a:endParaRPr lang="en-US" altLang="ko-KR" dirty="0"/>
          </a:p>
          <a:p>
            <a:r>
              <a:rPr lang="fr-FR" altLang="ko-KR" dirty="0"/>
              <a:t>sudo</a:t>
            </a:r>
            <a:r>
              <a:rPr lang="en-US" altLang="ko-KR" dirty="0"/>
              <a:t> apt upgrade</a:t>
            </a:r>
          </a:p>
          <a:p>
            <a:endParaRPr lang="en-US" altLang="ko-KR" dirty="0"/>
          </a:p>
          <a:p>
            <a:r>
              <a:rPr lang="ko-KR" altLang="en-US" dirty="0"/>
              <a:t>한글 설정</a:t>
            </a:r>
            <a:endParaRPr lang="en-US" altLang="ko-KR" dirty="0"/>
          </a:p>
          <a:p>
            <a:r>
              <a:rPr lang="fr-FR" altLang="ko-KR" dirty="0"/>
              <a:t>sudo apt install -y fonts-unfonts-core</a:t>
            </a:r>
          </a:p>
          <a:p>
            <a:endParaRPr lang="fr-FR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apt install </a:t>
            </a:r>
            <a:r>
              <a:rPr lang="en-US" altLang="ko-KR" dirty="0" err="1"/>
              <a:t>ibus</a:t>
            </a:r>
            <a:r>
              <a:rPr lang="en-US" altLang="ko-KR" dirty="0"/>
              <a:t>-hangul</a:t>
            </a:r>
            <a:endParaRPr lang="fr-FR" altLang="ko-KR" dirty="0"/>
          </a:p>
          <a:p>
            <a:endParaRPr lang="fr-FR" altLang="ko-KR" dirty="0"/>
          </a:p>
          <a:p>
            <a:r>
              <a:rPr lang="en-US" altLang="ko-KR" dirty="0" err="1"/>
              <a:t>ros</a:t>
            </a:r>
            <a:r>
              <a:rPr lang="en-US" altLang="ko-KR" dirty="0"/>
              <a:t> </a:t>
            </a:r>
            <a:r>
              <a:rPr lang="ko-KR" altLang="en-US" dirty="0"/>
              <a:t>저장소 추가</a:t>
            </a:r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sh</a:t>
            </a:r>
            <a:r>
              <a:rPr lang="en-US" altLang="ko-KR" dirty="0"/>
              <a:t> -c 'echo "deb http://packages.ros.org/ros/ubuntu $(</a:t>
            </a:r>
            <a:r>
              <a:rPr lang="en-US" altLang="ko-KR" dirty="0" err="1"/>
              <a:t>lsb_release</a:t>
            </a:r>
            <a:r>
              <a:rPr lang="en-US" altLang="ko-KR" dirty="0"/>
              <a:t> -</a:t>
            </a:r>
            <a:r>
              <a:rPr lang="en-US" altLang="ko-KR" dirty="0" err="1"/>
              <a:t>sc</a:t>
            </a:r>
            <a:r>
              <a:rPr lang="en-US" altLang="ko-KR" dirty="0"/>
              <a:t>) main" &gt;</a:t>
            </a:r>
          </a:p>
          <a:p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/apt/</a:t>
            </a:r>
            <a:r>
              <a:rPr lang="en-US" altLang="ko-KR" dirty="0" err="1"/>
              <a:t>sources.list.d</a:t>
            </a:r>
            <a:r>
              <a:rPr lang="en-US" altLang="ko-KR" dirty="0"/>
              <a:t>/</a:t>
            </a:r>
            <a:r>
              <a:rPr lang="en-US" altLang="ko-KR" dirty="0" err="1"/>
              <a:t>ros-latest.list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apt-key adv --</a:t>
            </a:r>
            <a:r>
              <a:rPr lang="en-US" altLang="ko-KR" dirty="0" err="1"/>
              <a:t>keyserver</a:t>
            </a:r>
            <a:r>
              <a:rPr lang="en-US" altLang="ko-KR" dirty="0"/>
              <a:t> hkp://ha.pool.sks-keyservers.net:80 --</a:t>
            </a:r>
            <a:r>
              <a:rPr lang="en-US" altLang="ko-KR" dirty="0" err="1"/>
              <a:t>recv</a:t>
            </a:r>
            <a:r>
              <a:rPr lang="en-US" altLang="ko-KR" dirty="0"/>
              <a:t>-key C1CF6E31E6BADE8868B172B4F42ED6FBAB17C654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238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01247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514770"/>
            <a:ext cx="113096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패키지 상태 업데이트</a:t>
            </a:r>
            <a:endParaRPr lang="fr-FR" altLang="ko-KR" dirty="0"/>
          </a:p>
          <a:p>
            <a:r>
              <a:rPr lang="fr-FR" altLang="ko-KR" dirty="0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apt-get update</a:t>
            </a:r>
          </a:p>
          <a:p>
            <a:endParaRPr lang="en-US" altLang="ko-KR" dirty="0"/>
          </a:p>
          <a:p>
            <a:r>
              <a:rPr lang="fr-FR" altLang="ko-KR" dirty="0"/>
              <a:t>sudo</a:t>
            </a:r>
            <a:r>
              <a:rPr lang="en-US" altLang="ko-KR" dirty="0"/>
              <a:t> apt-get upgrade</a:t>
            </a:r>
          </a:p>
          <a:p>
            <a:endParaRPr lang="en-US" altLang="ko-KR" dirty="0"/>
          </a:p>
          <a:p>
            <a:r>
              <a:rPr lang="en-US" altLang="ko-KR" dirty="0" err="1"/>
              <a:t>gedit</a:t>
            </a:r>
            <a:r>
              <a:rPr lang="en-US" altLang="ko-KR" dirty="0"/>
              <a:t> </a:t>
            </a:r>
            <a:r>
              <a:rPr lang="ko-KR" altLang="en-US" dirty="0"/>
              <a:t>설치하기</a:t>
            </a:r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apt-get install </a:t>
            </a:r>
            <a:r>
              <a:rPr lang="en-US" altLang="ko-KR" dirty="0" err="1"/>
              <a:t>gedit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확인</a:t>
            </a:r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apt-key list | grep “Open Robotics”</a:t>
            </a:r>
          </a:p>
          <a:p>
            <a:endParaRPr lang="en-US" altLang="ko-KR" dirty="0"/>
          </a:p>
          <a:p>
            <a:r>
              <a:rPr lang="ko-KR" altLang="en-US" dirty="0"/>
              <a:t>기반이 되는 패키지 설치</a:t>
            </a:r>
            <a:endParaRPr lang="en-US" altLang="ko-KR" dirty="0"/>
          </a:p>
          <a:p>
            <a:r>
              <a:rPr lang="en-US" altLang="ko-KR" b="0" i="0" dirty="0" err="1">
                <a:solidFill>
                  <a:srgbClr val="000000"/>
                </a:solidFill>
                <a:effectLst/>
                <a:latin typeface="+mj-lt"/>
              </a:rPr>
              <a:t>sudo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j-lt"/>
              </a:rPr>
              <a:t> apt install -y python-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+mj-lt"/>
              </a:rPr>
              <a:t>rosdep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j-lt"/>
              </a:rPr>
              <a:t> python-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+mj-lt"/>
              </a:rPr>
              <a:t>rosinstall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j-lt"/>
              </a:rPr>
              <a:t> python-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+mj-lt"/>
              </a:rPr>
              <a:t>rosinstall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j-lt"/>
              </a:rPr>
              <a:t>-generator </a:t>
            </a:r>
          </a:p>
          <a:p>
            <a:endParaRPr lang="en-US" altLang="ko-KR" b="0" i="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+mj-lt"/>
              </a:rPr>
              <a:t>sudo</a:t>
            </a:r>
            <a:r>
              <a:rPr lang="en-US" altLang="ko-KR" dirty="0">
                <a:solidFill>
                  <a:srgbClr val="000000"/>
                </a:solidFill>
                <a:latin typeface="+mj-lt"/>
              </a:rPr>
              <a:t> apt install –y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j-lt"/>
              </a:rPr>
              <a:t>python-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+mj-lt"/>
              </a:rPr>
              <a:t>wstool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+mj-lt"/>
              </a:rPr>
              <a:t> python-catkin-tools build-essential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+mj-lt"/>
              </a:rPr>
              <a:t>cmake</a:t>
            </a:r>
            <a:endParaRPr lang="en-US" altLang="ko-KR" b="0" i="0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altLang="ko-KR" dirty="0">
              <a:latin typeface="+mj-lt"/>
            </a:endParaRPr>
          </a:p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rosdep</a:t>
            </a:r>
            <a:r>
              <a:rPr lang="en-US" altLang="ko-KR" dirty="0"/>
              <a:t> </a:t>
            </a:r>
            <a:r>
              <a:rPr lang="en-US" altLang="ko-KR" dirty="0" err="1"/>
              <a:t>init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rosdep</a:t>
            </a:r>
            <a:r>
              <a:rPr lang="en-US" altLang="ko-KR" dirty="0"/>
              <a:t> update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421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5739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697774"/>
            <a:ext cx="113096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Ros </a:t>
            </a:r>
            <a:r>
              <a:rPr lang="ko-KR" altLang="en-US" dirty="0"/>
              <a:t>소스 다운로드</a:t>
            </a:r>
            <a:endParaRPr lang="en-US" altLang="ko-KR" dirty="0"/>
          </a:p>
          <a:p>
            <a:r>
              <a:rPr lang="en-US" altLang="ko-KR" dirty="0"/>
              <a:t>cd ~</a:t>
            </a:r>
          </a:p>
          <a:p>
            <a:endParaRPr lang="en-US" altLang="ko-KR" dirty="0"/>
          </a:p>
          <a:p>
            <a:r>
              <a:rPr lang="en-US" altLang="ko-KR" dirty="0" err="1"/>
              <a:t>mkdir</a:t>
            </a:r>
            <a:r>
              <a:rPr lang="en-US" altLang="ko-KR" dirty="0"/>
              <a:t> </a:t>
            </a:r>
            <a:r>
              <a:rPr lang="en-US" altLang="ko-KR" dirty="0" err="1"/>
              <a:t>ros_melodic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cd </a:t>
            </a:r>
            <a:r>
              <a:rPr lang="en-US" altLang="ko-KR" dirty="0" err="1"/>
              <a:t>ros_melodic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rosinstall_generator</a:t>
            </a:r>
            <a:r>
              <a:rPr lang="en-US" altLang="ko-KR" dirty="0"/>
              <a:t> desktop </a:t>
            </a:r>
            <a:r>
              <a:rPr lang="en-US" altLang="ko-KR" dirty="0" err="1"/>
              <a:t>rosserial</a:t>
            </a:r>
            <a:r>
              <a:rPr lang="en-US" altLang="ko-KR" dirty="0"/>
              <a:t> --</a:t>
            </a:r>
            <a:r>
              <a:rPr lang="en-US" altLang="ko-KR" dirty="0" err="1"/>
              <a:t>rosdistro</a:t>
            </a:r>
            <a:r>
              <a:rPr lang="en-US" altLang="ko-KR" dirty="0"/>
              <a:t> melodic --deps --wet-only --tar &gt; melodic-desktop-</a:t>
            </a:r>
            <a:r>
              <a:rPr lang="en-US" altLang="ko-KR" dirty="0" err="1"/>
              <a:t>wet.rosinstall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wstool</a:t>
            </a:r>
            <a:r>
              <a:rPr lang="en-US" altLang="ko-KR" dirty="0"/>
              <a:t>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en-US" altLang="ko-KR" dirty="0" err="1"/>
              <a:t>src</a:t>
            </a:r>
            <a:r>
              <a:rPr lang="en-US" altLang="ko-KR" dirty="0"/>
              <a:t> melodic-desktop-</a:t>
            </a:r>
            <a:r>
              <a:rPr lang="en-US" altLang="ko-KR" dirty="0" err="1"/>
              <a:t>wet.rosinstall</a:t>
            </a:r>
            <a:r>
              <a:rPr lang="en-US" altLang="ko-KR" dirty="0"/>
              <a:t> –j4</a:t>
            </a:r>
          </a:p>
          <a:p>
            <a:endParaRPr lang="en-US" altLang="ko-KR" dirty="0"/>
          </a:p>
          <a:p>
            <a:r>
              <a:rPr lang="en-US" altLang="ko-KR" dirty="0" err="1"/>
              <a:t>rosdep</a:t>
            </a:r>
            <a:r>
              <a:rPr lang="en-US" altLang="ko-KR" dirty="0"/>
              <a:t> install –y --from-paths </a:t>
            </a:r>
            <a:r>
              <a:rPr lang="en-US" altLang="ko-KR" dirty="0" err="1"/>
              <a:t>src</a:t>
            </a:r>
            <a:r>
              <a:rPr lang="en-US" altLang="ko-KR" dirty="0"/>
              <a:t> --ignore-</a:t>
            </a:r>
            <a:r>
              <a:rPr lang="en-US" altLang="ko-KR" dirty="0" err="1"/>
              <a:t>src</a:t>
            </a:r>
            <a:r>
              <a:rPr lang="en-US" altLang="ko-KR" dirty="0"/>
              <a:t> --</a:t>
            </a:r>
            <a:r>
              <a:rPr lang="en-US" altLang="ko-KR" dirty="0" err="1"/>
              <a:t>rosdistro</a:t>
            </a:r>
            <a:r>
              <a:rPr lang="en-US" altLang="ko-KR" dirty="0"/>
              <a:t> melodic –r --</a:t>
            </a:r>
            <a:r>
              <a:rPr lang="en-US" altLang="ko-KR" dirty="0" err="1"/>
              <a:t>os</a:t>
            </a:r>
            <a:r>
              <a:rPr lang="en-US" altLang="ko-KR" dirty="0"/>
              <a:t>=</a:t>
            </a:r>
            <a:r>
              <a:rPr lang="en-US" altLang="ko-KR" dirty="0" err="1"/>
              <a:t>debian:buster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./</a:t>
            </a:r>
            <a:r>
              <a:rPr lang="en-US" altLang="ko-KR" dirty="0" err="1"/>
              <a:t>src</a:t>
            </a:r>
            <a:r>
              <a:rPr lang="en-US" altLang="ko-KR" dirty="0"/>
              <a:t>/catkin/bin/</a:t>
            </a:r>
            <a:r>
              <a:rPr lang="en-US" altLang="ko-KR" dirty="0" err="1"/>
              <a:t>catkin_make_isolated</a:t>
            </a:r>
            <a:r>
              <a:rPr lang="en-US" altLang="ko-KR" dirty="0"/>
              <a:t> --install -DCMAKE_BUILD_TYPE=Release --install-space /opt/</a:t>
            </a:r>
            <a:r>
              <a:rPr lang="en-US" altLang="ko-KR" dirty="0" err="1"/>
              <a:t>ros</a:t>
            </a:r>
            <a:r>
              <a:rPr lang="en-US" altLang="ko-KR" dirty="0"/>
              <a:t>/melodic –j2</a:t>
            </a:r>
          </a:p>
          <a:p>
            <a:endParaRPr lang="en-US" altLang="ko-KR" dirty="0"/>
          </a:p>
          <a:p>
            <a:r>
              <a:rPr lang="en-US" altLang="ko-KR" dirty="0"/>
              <a:t>=&gt; </a:t>
            </a:r>
            <a:r>
              <a:rPr lang="ko-KR" altLang="en-US" dirty="0"/>
              <a:t>이 부분 설치하다가 멈추면 </a:t>
            </a:r>
            <a:r>
              <a:rPr lang="en-US" altLang="ko-KR" dirty="0">
                <a:hlinkClick r:id="rId2"/>
              </a:rPr>
              <a:t>https://sangjinj.tistory.com/15</a:t>
            </a:r>
            <a:r>
              <a:rPr lang="en-US" altLang="ko-KR" dirty="0"/>
              <a:t> </a:t>
            </a:r>
            <a:r>
              <a:rPr lang="ko-KR" altLang="en-US" dirty="0"/>
              <a:t>참고해서 기본 </a:t>
            </a:r>
            <a:r>
              <a:rPr lang="ko-KR" altLang="en-US" dirty="0" err="1"/>
              <a:t>스왑</a:t>
            </a:r>
            <a:r>
              <a:rPr lang="ko-KR" altLang="en-US" dirty="0"/>
              <a:t> </a:t>
            </a:r>
            <a:r>
              <a:rPr lang="en-US" altLang="ko-KR" dirty="0"/>
              <a:t>1G</a:t>
            </a:r>
            <a:r>
              <a:rPr lang="ko-KR" altLang="en-US" dirty="0"/>
              <a:t>로 변경해주기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1831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5739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697774"/>
            <a:ext cx="113096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cd ~</a:t>
            </a:r>
          </a:p>
          <a:p>
            <a:endParaRPr lang="en-US" altLang="ko-KR" dirty="0"/>
          </a:p>
          <a:p>
            <a:r>
              <a:rPr lang="en-US" altLang="ko-KR" dirty="0"/>
              <a:t>source /opt/</a:t>
            </a:r>
            <a:r>
              <a:rPr lang="en-US" altLang="ko-KR" dirty="0" err="1"/>
              <a:t>ros</a:t>
            </a:r>
            <a:r>
              <a:rPr lang="en-US" altLang="ko-KR" dirty="0"/>
              <a:t>/melodic/</a:t>
            </a:r>
            <a:r>
              <a:rPr lang="en-US" altLang="ko-KR" dirty="0" err="1"/>
              <a:t>setup.bash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echo “source /opt/</a:t>
            </a:r>
            <a:r>
              <a:rPr lang="en-US" altLang="ko-KR" dirty="0" err="1"/>
              <a:t>ros</a:t>
            </a:r>
            <a:r>
              <a:rPr lang="en-US" altLang="ko-KR" dirty="0"/>
              <a:t>/melodic/</a:t>
            </a:r>
            <a:r>
              <a:rPr lang="en-US" altLang="ko-KR" dirty="0" err="1"/>
              <a:t>setup.bash</a:t>
            </a:r>
            <a:r>
              <a:rPr lang="en-US" altLang="ko-KR" dirty="0"/>
              <a:t>” &gt;&gt; ~/.</a:t>
            </a:r>
            <a:r>
              <a:rPr lang="en-US" altLang="ko-KR" dirty="0" err="1"/>
              <a:t>bashrc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source /opt/</a:t>
            </a:r>
            <a:r>
              <a:rPr lang="en-US" altLang="ko-KR" dirty="0" err="1"/>
              <a:t>ros</a:t>
            </a:r>
            <a:r>
              <a:rPr lang="en-US" altLang="ko-KR" dirty="0"/>
              <a:t>/melodic/</a:t>
            </a:r>
            <a:r>
              <a:rPr lang="en-US" altLang="ko-KR" dirty="0" err="1"/>
              <a:t>setup.bash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catkin_ws</a:t>
            </a:r>
            <a:r>
              <a:rPr lang="en-US" altLang="ko-KR" dirty="0"/>
              <a:t> </a:t>
            </a:r>
            <a:r>
              <a:rPr lang="ko-KR" altLang="en-US" dirty="0"/>
              <a:t>환경 만들기</a:t>
            </a:r>
            <a:endParaRPr lang="en-US" altLang="ko-KR" dirty="0"/>
          </a:p>
          <a:p>
            <a:r>
              <a:rPr lang="en-US" altLang="ko-KR" dirty="0" err="1"/>
              <a:t>mkdir</a:t>
            </a:r>
            <a:r>
              <a:rPr lang="en-US" altLang="ko-KR" dirty="0"/>
              <a:t> –p ~/</a:t>
            </a:r>
            <a:r>
              <a:rPr lang="en-US" altLang="ko-KR" dirty="0" err="1"/>
              <a:t>catkin_ws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cd ~/</a:t>
            </a:r>
            <a:r>
              <a:rPr lang="en-US" altLang="ko-KR" dirty="0" err="1"/>
              <a:t>catkin_ws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catkin </a:t>
            </a:r>
            <a:r>
              <a:rPr lang="en-US" altLang="ko-KR" dirty="0" err="1"/>
              <a:t>init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catkin build</a:t>
            </a:r>
          </a:p>
          <a:p>
            <a:endParaRPr lang="en-US" altLang="ko-KR" dirty="0"/>
          </a:p>
          <a:p>
            <a:r>
              <a:rPr lang="en-US" altLang="ko-KR" dirty="0"/>
              <a:t>ls -I</a:t>
            </a:r>
          </a:p>
        </p:txBody>
      </p:sp>
    </p:spTree>
    <p:extLst>
      <p:ext uri="{BB962C8B-B14F-4D97-AF65-F5344CB8AC3E}">
        <p14:creationId xmlns:p14="http://schemas.microsoft.com/office/powerpoint/2010/main" val="390984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5739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697774"/>
            <a:ext cx="113096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초기화</a:t>
            </a:r>
            <a:endParaRPr lang="en-US" altLang="ko-KR" dirty="0"/>
          </a:p>
          <a:p>
            <a:r>
              <a:rPr lang="en-US" altLang="ko-KR" dirty="0"/>
              <a:t>cd ~</a:t>
            </a:r>
          </a:p>
          <a:p>
            <a:endParaRPr lang="en-US" altLang="ko-KR" dirty="0"/>
          </a:p>
          <a:p>
            <a:r>
              <a:rPr lang="en-US" altLang="ko-KR" dirty="0" err="1"/>
              <a:t>gedit</a:t>
            </a:r>
            <a:r>
              <a:rPr lang="en-US" altLang="ko-KR" dirty="0"/>
              <a:t> ~/.</a:t>
            </a:r>
            <a:r>
              <a:rPr lang="en-US" altLang="ko-KR" dirty="0" err="1"/>
              <a:t>bashrc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bash </a:t>
            </a:r>
            <a:r>
              <a:rPr lang="ko-KR" altLang="en-US" dirty="0"/>
              <a:t>창 열리면</a:t>
            </a:r>
            <a:r>
              <a:rPr lang="en-US" altLang="ko-KR" dirty="0"/>
              <a:t>, </a:t>
            </a:r>
            <a:r>
              <a:rPr lang="ko-KR" altLang="en-US" dirty="0"/>
              <a:t>맨 밑의</a:t>
            </a:r>
            <a:r>
              <a:rPr lang="en-US" altLang="ko-KR" dirty="0"/>
              <a:t> </a:t>
            </a:r>
            <a:r>
              <a:rPr lang="ko-KR" altLang="en-US" dirty="0"/>
              <a:t>코드</a:t>
            </a:r>
            <a:r>
              <a:rPr lang="en-US" altLang="ko-KR" dirty="0"/>
              <a:t>(source /opt/</a:t>
            </a:r>
            <a:r>
              <a:rPr lang="en-US" altLang="ko-KR" dirty="0" err="1"/>
              <a:t>ros</a:t>
            </a:r>
            <a:r>
              <a:rPr lang="en-US" altLang="ko-KR" dirty="0"/>
              <a:t>/melodic/</a:t>
            </a:r>
            <a:r>
              <a:rPr lang="en-US" altLang="ko-KR" dirty="0" err="1"/>
              <a:t>setup.bash</a:t>
            </a:r>
            <a:r>
              <a:rPr lang="en-US" altLang="ko-KR" dirty="0"/>
              <a:t>)</a:t>
            </a:r>
            <a:r>
              <a:rPr lang="ko-KR" altLang="en-US" dirty="0"/>
              <a:t>지우고 밑의 코드들 추가해주기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alias </a:t>
            </a:r>
            <a:r>
              <a:rPr lang="en-US" altLang="ko-KR" dirty="0" err="1"/>
              <a:t>cw</a:t>
            </a:r>
            <a:r>
              <a:rPr lang="en-US" altLang="ko-KR" dirty="0"/>
              <a:t>=‘cd ~/</a:t>
            </a:r>
            <a:r>
              <a:rPr lang="en-US" altLang="ko-KR" dirty="0" err="1"/>
              <a:t>catkin_ws</a:t>
            </a:r>
            <a:r>
              <a:rPr lang="en-US" altLang="ko-KR" dirty="0"/>
              <a:t>’</a:t>
            </a:r>
          </a:p>
          <a:p>
            <a:r>
              <a:rPr lang="en-US" altLang="ko-KR" dirty="0"/>
              <a:t>alias cm=‘cd</a:t>
            </a:r>
            <a:r>
              <a:rPr lang="ko-KR" altLang="en-US" dirty="0"/>
              <a:t> </a:t>
            </a:r>
            <a:r>
              <a:rPr lang="en-US" altLang="ko-KR" dirty="0"/>
              <a:t>~/</a:t>
            </a:r>
            <a:r>
              <a:rPr lang="en-US" altLang="ko-KR" dirty="0" err="1"/>
              <a:t>catkin_ws</a:t>
            </a:r>
            <a:r>
              <a:rPr lang="en-US" altLang="ko-KR" dirty="0"/>
              <a:t> &amp;&amp; catkin build’</a:t>
            </a:r>
          </a:p>
          <a:p>
            <a:r>
              <a:rPr lang="en-US" altLang="ko-KR" dirty="0"/>
              <a:t>source /opt/</a:t>
            </a:r>
            <a:r>
              <a:rPr lang="en-US" altLang="ko-KR" dirty="0" err="1"/>
              <a:t>ros</a:t>
            </a:r>
            <a:r>
              <a:rPr lang="en-US" altLang="ko-KR" dirty="0"/>
              <a:t>/melodic/</a:t>
            </a:r>
            <a:r>
              <a:rPr lang="en-US" altLang="ko-KR" dirty="0" err="1"/>
              <a:t>setup.bash</a:t>
            </a:r>
            <a:endParaRPr lang="en-US" altLang="ko-KR" dirty="0"/>
          </a:p>
          <a:p>
            <a:r>
              <a:rPr lang="en-US" altLang="ko-KR" dirty="0"/>
              <a:t>source ~/</a:t>
            </a:r>
            <a:r>
              <a:rPr lang="en-US" altLang="ko-KR" dirty="0" err="1"/>
              <a:t>catkin_ws</a:t>
            </a:r>
            <a:r>
              <a:rPr lang="en-US" altLang="ko-KR" dirty="0"/>
              <a:t>/</a:t>
            </a:r>
            <a:r>
              <a:rPr lang="en-US" altLang="ko-KR" dirty="0" err="1"/>
              <a:t>devel</a:t>
            </a:r>
            <a:r>
              <a:rPr lang="en-US" altLang="ko-KR" dirty="0"/>
              <a:t>/</a:t>
            </a:r>
            <a:r>
              <a:rPr lang="en-US" altLang="ko-KR" dirty="0" err="1"/>
              <a:t>setup.bash</a:t>
            </a:r>
            <a:endParaRPr lang="en-US" altLang="ko-KR" dirty="0"/>
          </a:p>
          <a:p>
            <a:r>
              <a:rPr lang="en-US" altLang="ko-KR" dirty="0"/>
              <a:t>export ROS_MASTER_URI=http://localhost:11311</a:t>
            </a:r>
          </a:p>
          <a:p>
            <a:r>
              <a:rPr lang="en-US" altLang="ko-KR" dirty="0"/>
              <a:t>export ROS_HOSTNAME=localhost</a:t>
            </a:r>
          </a:p>
          <a:p>
            <a:r>
              <a:rPr lang="en-US" altLang="ko-KR" dirty="0"/>
              <a:t>export TURTLEBOT3_MODEL=burger</a:t>
            </a:r>
          </a:p>
        </p:txBody>
      </p:sp>
    </p:spTree>
    <p:extLst>
      <p:ext uri="{BB962C8B-B14F-4D97-AF65-F5344CB8AC3E}">
        <p14:creationId xmlns:p14="http://schemas.microsoft.com/office/powerpoint/2010/main" val="125522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5739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697774"/>
            <a:ext cx="113096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터틀봇</a:t>
            </a:r>
            <a:r>
              <a:rPr lang="ko-KR" altLang="en-US" dirty="0"/>
              <a:t> 패키지 설치</a:t>
            </a:r>
            <a:endParaRPr lang="en-US" altLang="ko-KR" dirty="0"/>
          </a:p>
          <a:p>
            <a:r>
              <a:rPr lang="en-US" altLang="ko-KR" dirty="0"/>
              <a:t>cd ~/</a:t>
            </a:r>
            <a:r>
              <a:rPr lang="en-US" altLang="ko-KR" dirty="0" err="1"/>
              <a:t>catkin_ws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clone </a:t>
            </a:r>
            <a:r>
              <a:rPr lang="en-US" altLang="ko-KR" dirty="0">
                <a:hlinkClick r:id="rId2"/>
              </a:rPr>
              <a:t>https://github.com/ROBOTIS-GIT/hls_lfcd_lds_driver.git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clone </a:t>
            </a:r>
            <a:r>
              <a:rPr lang="en-US" altLang="ko-KR" dirty="0">
                <a:hlinkClick r:id="rId3"/>
              </a:rPr>
              <a:t>https://github.com/ROBOTIS-GIT/turtlebot3_msgs.git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clone </a:t>
            </a:r>
            <a:r>
              <a:rPr lang="en-US" altLang="ko-KR" dirty="0">
                <a:hlinkClick r:id="rId4"/>
              </a:rPr>
              <a:t>https://github.com/ROBOTIS-GIT/turtlebot3.git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clone -b noetic-</a:t>
            </a:r>
            <a:r>
              <a:rPr lang="en-US" altLang="ko-KR" dirty="0" err="1"/>
              <a:t>devel</a:t>
            </a:r>
            <a:r>
              <a:rPr lang="en-US" altLang="ko-KR" dirty="0"/>
              <a:t> https://github.com/ros/joint_state_publisher.git</a:t>
            </a:r>
          </a:p>
          <a:p>
            <a:endParaRPr lang="en-US" altLang="ko-KR" dirty="0"/>
          </a:p>
          <a:p>
            <a:r>
              <a:rPr lang="en-US" altLang="ko-KR" dirty="0"/>
              <a:t>cd ~/</a:t>
            </a:r>
            <a:r>
              <a:rPr lang="en-US" altLang="ko-KR" dirty="0" err="1"/>
              <a:t>catkin_ws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/turtlebot3</a:t>
            </a:r>
          </a:p>
          <a:p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rm -r turtlebot3_navigation/ turtlebot3_slam/</a:t>
            </a:r>
          </a:p>
          <a:p>
            <a:endParaRPr lang="en-US" altLang="ko-KR" dirty="0"/>
          </a:p>
          <a:p>
            <a:r>
              <a:rPr lang="en-US" altLang="ko-KR" dirty="0"/>
              <a:t>cd ~/</a:t>
            </a:r>
            <a:r>
              <a:rPr lang="en-US" altLang="ko-KR" dirty="0" err="1"/>
              <a:t>catkin_ws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catkin build</a:t>
            </a:r>
          </a:p>
        </p:txBody>
      </p:sp>
    </p:spTree>
    <p:extLst>
      <p:ext uri="{BB962C8B-B14F-4D97-AF65-F5344CB8AC3E}">
        <p14:creationId xmlns:p14="http://schemas.microsoft.com/office/powerpoint/2010/main" val="140420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5739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697774"/>
            <a:ext cx="113096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openCR</a:t>
            </a:r>
            <a:r>
              <a:rPr lang="ko-KR" altLang="en-US" dirty="0"/>
              <a:t>이 권한없이 </a:t>
            </a:r>
            <a:r>
              <a:rPr lang="en-US" altLang="ko-KR" dirty="0" err="1"/>
              <a:t>rosrun</a:t>
            </a:r>
            <a:r>
              <a:rPr lang="en-US" altLang="ko-KR" dirty="0"/>
              <a:t> </a:t>
            </a:r>
            <a:r>
              <a:rPr lang="ko-KR" altLang="en-US" dirty="0"/>
              <a:t>할 수 있도록 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source ~/.</a:t>
            </a:r>
            <a:r>
              <a:rPr lang="en-US" altLang="ko-KR" dirty="0" err="1"/>
              <a:t>bashrc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rosrun</a:t>
            </a:r>
            <a:r>
              <a:rPr lang="en-US" altLang="ko-KR" dirty="0"/>
              <a:t> turtlebot3_bringup </a:t>
            </a:r>
            <a:r>
              <a:rPr lang="en-US" altLang="ko-KR" dirty="0" err="1"/>
              <a:t>create_udev_rules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화면분할을 하여 사용할 수 있는 터미네이터 설치</a:t>
            </a:r>
            <a:endParaRPr lang="en-US" altLang="ko-KR" dirty="0"/>
          </a:p>
          <a:p>
            <a:r>
              <a:rPr lang="en-US" altLang="ko-KR" dirty="0"/>
              <a:t>cd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</a:p>
          <a:p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apt install terminator</a:t>
            </a:r>
          </a:p>
          <a:p>
            <a:endParaRPr lang="en-US" altLang="ko-KR" dirty="0"/>
          </a:p>
          <a:p>
            <a:r>
              <a:rPr lang="ko-KR" altLang="en-US" dirty="0"/>
              <a:t>터미네이터 실행방법</a:t>
            </a:r>
            <a:endParaRPr lang="en-US" altLang="ko-KR" dirty="0"/>
          </a:p>
          <a:p>
            <a:r>
              <a:rPr lang="en-US" altLang="ko-KR" dirty="0"/>
              <a:t>System tools -&gt; terminator </a:t>
            </a:r>
            <a:r>
              <a:rPr lang="ko-KR" altLang="en-US" dirty="0"/>
              <a:t>실행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실행된 터미널에서 </a:t>
            </a:r>
            <a:r>
              <a:rPr lang="ko-KR" altLang="en-US" dirty="0" err="1"/>
              <a:t>우클릭후</a:t>
            </a:r>
            <a:r>
              <a:rPr lang="ko-KR" altLang="en-US" dirty="0"/>
              <a:t> </a:t>
            </a:r>
            <a:r>
              <a:rPr lang="en-US" altLang="ko-KR" dirty="0"/>
              <a:t>split</a:t>
            </a:r>
            <a:r>
              <a:rPr lang="ko-KR" altLang="en-US" dirty="0"/>
              <a:t>으로 여러 창 동시에 확인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32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5739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5. Ros </a:t>
            </a:r>
            <a:r>
              <a:rPr lang="ko-KR" altLang="en-US" sz="2000" b="1" dirty="0"/>
              <a:t>설치과정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697774"/>
            <a:ext cx="113096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아래의 명령어들은 각 새로운 터미널에서 실행시켜 확인</a:t>
            </a:r>
            <a:endParaRPr lang="en-US" altLang="ko-KR" dirty="0"/>
          </a:p>
          <a:p>
            <a:r>
              <a:rPr lang="en-US" altLang="ko-KR" dirty="0" err="1"/>
              <a:t>roscore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rosrun</a:t>
            </a:r>
            <a:r>
              <a:rPr lang="en-US" altLang="ko-KR" dirty="0"/>
              <a:t> </a:t>
            </a:r>
            <a:r>
              <a:rPr lang="en-US" altLang="ko-KR" dirty="0" err="1"/>
              <a:t>turtlesim</a:t>
            </a:r>
            <a:r>
              <a:rPr lang="en-US" altLang="ko-KR" dirty="0"/>
              <a:t> </a:t>
            </a:r>
            <a:r>
              <a:rPr lang="en-US" altLang="ko-KR" dirty="0" err="1"/>
              <a:t>turtlesim_node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rosrun</a:t>
            </a:r>
            <a:r>
              <a:rPr lang="en-US" altLang="ko-KR" dirty="0"/>
              <a:t> </a:t>
            </a:r>
            <a:r>
              <a:rPr lang="en-US" altLang="ko-KR" dirty="0" err="1"/>
              <a:t>turtlesim</a:t>
            </a:r>
            <a:r>
              <a:rPr lang="en-US" altLang="ko-KR" dirty="0"/>
              <a:t> </a:t>
            </a:r>
            <a:r>
              <a:rPr lang="en-US" altLang="ko-KR" dirty="0" err="1"/>
              <a:t>turtle_teleop_key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rosrun</a:t>
            </a:r>
            <a:r>
              <a:rPr lang="en-US" altLang="ko-KR" dirty="0"/>
              <a:t> </a:t>
            </a:r>
            <a:r>
              <a:rPr lang="en-US" altLang="ko-KR" dirty="0" err="1"/>
              <a:t>rqt_graph</a:t>
            </a:r>
            <a:r>
              <a:rPr lang="en-US" altLang="ko-KR" dirty="0"/>
              <a:t> </a:t>
            </a:r>
            <a:r>
              <a:rPr lang="en-US" altLang="ko-KR" dirty="0" err="1"/>
              <a:t>rqt_graph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rostopic</a:t>
            </a:r>
            <a:r>
              <a:rPr lang="en-US" altLang="ko-KR" dirty="0"/>
              <a:t> echo /turtle1/</a:t>
            </a:r>
            <a:r>
              <a:rPr lang="en-US" altLang="ko-KR" dirty="0" err="1"/>
              <a:t>cmd_vel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0882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88480-A456-4CDB-9ECA-BAC3ADFE90DA}"/>
              </a:ext>
            </a:extLst>
          </p:cNvPr>
          <p:cNvGrpSpPr/>
          <p:nvPr/>
        </p:nvGrpSpPr>
        <p:grpSpPr>
          <a:xfrm>
            <a:off x="10027920" y="-3"/>
            <a:ext cx="2164081" cy="1082041"/>
            <a:chOff x="9919316" y="4585314"/>
            <a:chExt cx="2272685" cy="1136343"/>
          </a:xfrm>
        </p:grpSpPr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55D11947-7A5F-49A1-B4CE-9BD12303E946}"/>
                </a:ext>
              </a:extLst>
            </p:cNvPr>
            <p:cNvSpPr/>
            <p:nvPr/>
          </p:nvSpPr>
          <p:spPr>
            <a:xfrm rot="5400000">
              <a:off x="11055659" y="4585314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7F68E216-A0B8-43CF-8570-8BF98D9FC025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499C8D-6652-4465-8816-1E246D1795BA}"/>
              </a:ext>
            </a:extLst>
          </p:cNvPr>
          <p:cNvSpPr/>
          <p:nvPr/>
        </p:nvSpPr>
        <p:spPr>
          <a:xfrm>
            <a:off x="157820" y="1409371"/>
            <a:ext cx="3166406" cy="3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B0F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5EA43-379B-49EF-B9BB-01FC2E43ED52}"/>
              </a:ext>
            </a:extLst>
          </p:cNvPr>
          <p:cNvSpPr/>
          <p:nvPr/>
        </p:nvSpPr>
        <p:spPr>
          <a:xfrm>
            <a:off x="0" y="-3"/>
            <a:ext cx="12192000" cy="1081193"/>
          </a:xfrm>
          <a:prstGeom prst="rect">
            <a:avLst/>
          </a:prstGeom>
          <a:solidFill>
            <a:srgbClr val="2148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3200" b="1" i="1" kern="0" dirty="0" err="1">
                <a:solidFill>
                  <a:prstClr val="white"/>
                </a:solidFill>
              </a:rPr>
              <a:t>Turtlebot</a:t>
            </a:r>
            <a:endParaRPr lang="en-US" altLang="ko-KR" sz="3200" b="1" i="1" kern="0" dirty="0">
              <a:solidFill>
                <a:prstClr val="white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5637A-7240-4D02-9184-467BC4E4C331}"/>
              </a:ext>
            </a:extLst>
          </p:cNvPr>
          <p:cNvSpPr/>
          <p:nvPr/>
        </p:nvSpPr>
        <p:spPr>
          <a:xfrm>
            <a:off x="-3124316" y="647700"/>
            <a:ext cx="11829691" cy="4800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E485-FD56-4D1E-949C-A0AC83BEED11}"/>
              </a:ext>
            </a:extLst>
          </p:cNvPr>
          <p:cNvSpPr txBox="1"/>
          <p:nvPr/>
        </p:nvSpPr>
        <p:spPr>
          <a:xfrm>
            <a:off x="275182" y="1257395"/>
            <a:ext cx="10834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6. </a:t>
            </a:r>
            <a:r>
              <a:rPr lang="ko-KR" altLang="en-US" sz="2000" b="1" dirty="0" err="1"/>
              <a:t>터틀봇</a:t>
            </a:r>
            <a:r>
              <a:rPr lang="ko-KR" altLang="en-US" sz="2000" b="1" dirty="0"/>
              <a:t> 작동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21C3-8DC7-4173-85D0-93708B3BAF28}"/>
              </a:ext>
            </a:extLst>
          </p:cNvPr>
          <p:cNvSpPr txBox="1"/>
          <p:nvPr/>
        </p:nvSpPr>
        <p:spPr>
          <a:xfrm>
            <a:off x="359959" y="1697774"/>
            <a:ext cx="113096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각각 다른 터미널에서 실행</a:t>
            </a:r>
            <a:endParaRPr lang="en-US" altLang="ko-KR" dirty="0"/>
          </a:p>
          <a:p>
            <a:r>
              <a:rPr lang="en-US" altLang="ko-KR" dirty="0" err="1"/>
              <a:t>roscore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roslaunch</a:t>
            </a:r>
            <a:r>
              <a:rPr lang="en-US" altLang="ko-KR" dirty="0"/>
              <a:t> turtlebot3_bringup turtlebot3_robot.launch</a:t>
            </a:r>
          </a:p>
          <a:p>
            <a:endParaRPr lang="en-US" altLang="ko-KR" dirty="0"/>
          </a:p>
          <a:p>
            <a:r>
              <a:rPr lang="ko-KR" altLang="en-US" dirty="0"/>
              <a:t>아래 코드는 </a:t>
            </a:r>
            <a:r>
              <a:rPr lang="ko-KR" altLang="en-US" dirty="0" err="1"/>
              <a:t>터틀봇을</a:t>
            </a:r>
            <a:r>
              <a:rPr lang="ko-KR" altLang="en-US" dirty="0"/>
              <a:t> 조종하기 위해 필요한 노드</a:t>
            </a:r>
            <a:endParaRPr lang="en-US" altLang="ko-KR" dirty="0"/>
          </a:p>
          <a:p>
            <a:r>
              <a:rPr lang="en-US" altLang="ko-KR" dirty="0" err="1"/>
              <a:t>roslaunch</a:t>
            </a:r>
            <a:r>
              <a:rPr lang="en-US" altLang="ko-KR" dirty="0"/>
              <a:t> turtlebot3_teleop turtlebot3_teleop_key.launch –screen</a:t>
            </a:r>
          </a:p>
          <a:p>
            <a:endParaRPr lang="en-US" altLang="ko-KR" dirty="0"/>
          </a:p>
          <a:p>
            <a:r>
              <a:rPr lang="en-US" altLang="ko-KR" dirty="0" err="1"/>
              <a:t>roslaunch</a:t>
            </a:r>
            <a:r>
              <a:rPr lang="en-US" altLang="ko-KR" dirty="0"/>
              <a:t> turtlebot3_bringup turtlebot3_model.launch</a:t>
            </a:r>
          </a:p>
        </p:txBody>
      </p:sp>
    </p:spTree>
    <p:extLst>
      <p:ext uri="{BB962C8B-B14F-4D97-AF65-F5344CB8AC3E}">
        <p14:creationId xmlns:p14="http://schemas.microsoft.com/office/powerpoint/2010/main" val="196876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4047</TotalTime>
  <Words>964</Words>
  <Application>Microsoft Office PowerPoint</Application>
  <PresentationFormat>와이드스크린</PresentationFormat>
  <Paragraphs>188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박민재</cp:lastModifiedBy>
  <cp:revision>108</cp:revision>
  <dcterms:created xsi:type="dcterms:W3CDTF">2020-08-11T03:52:27Z</dcterms:created>
  <dcterms:modified xsi:type="dcterms:W3CDTF">2021-05-24T06:42:36Z</dcterms:modified>
</cp:coreProperties>
</file>